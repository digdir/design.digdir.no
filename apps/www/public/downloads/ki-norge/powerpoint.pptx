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  <p:sldMasterId id="2147483680" r:id="rId2"/>
    <p:sldMasterId id="2147483648" r:id="rId3"/>
    <p:sldMasterId id="2147483655" r:id="rId4"/>
  </p:sldMasterIdLst>
  <p:sldIdLst>
    <p:sldId id="272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8F3EE"/>
    <a:srgbClr val="FFFFFF"/>
    <a:srgbClr val="4D2107"/>
    <a:srgbClr val="BA9F8E"/>
    <a:srgbClr val="D0ADC3"/>
    <a:srgbClr val="FCC9A9"/>
    <a:srgbClr val="EEBBBB"/>
    <a:srgbClr val="3B233C"/>
    <a:srgbClr val="3F2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Anime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tjerne - Forside - Ny farge">
            <a:hlinkClick r:id="" action="ppaction://media"/>
            <a:extLst>
              <a:ext uri="{FF2B5EF4-FFF2-40B4-BE49-F238E27FC236}">
                <a16:creationId xmlns:a16="http://schemas.microsoft.com/office/drawing/2014/main" id="{A8FCA5F3-5AFA-BFA1-7FD2-7A0B6C1DE836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1D463-F6F6-E2AF-8B2B-4906DAC3779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33484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Mørk bakgrun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86003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Mørk bakgrunn med designel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16162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Lys bakgrun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000000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3952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Lys bakgrunn med designel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000000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86098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Ensfarget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FFFFFF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8843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- Ensfarget Ly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123BA3-9B8E-72C3-DAD2-4DE398BCC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494" y="2498291"/>
            <a:ext cx="4202906" cy="2924609"/>
          </a:xfr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tittel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over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linjer</a:t>
            </a:r>
            <a:r>
              <a:rPr lang="en-US" dirty="0"/>
              <a:t>.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494" y="6001053"/>
            <a:ext cx="1735540" cy="278794"/>
          </a:xfrm>
        </p:spPr>
        <p:txBody>
          <a:bodyPr wrap="none" lIns="0" tIns="0" rIns="0" bIns="0">
            <a:spAutoFit/>
          </a:bodyPr>
          <a:lstStyle>
            <a:lvl1pPr>
              <a:buNone/>
              <a:defRPr sz="2000">
                <a:solidFill>
                  <a:srgbClr val="000000"/>
                </a:solidFill>
              </a:defRPr>
            </a:lvl1pPr>
            <a:lvl2pPr>
              <a:defRPr>
                <a:solidFill>
                  <a:srgbClr val="EEBBBB"/>
                </a:solidFill>
              </a:defRPr>
            </a:lvl2pPr>
            <a:lvl3pPr>
              <a:defRPr>
                <a:solidFill>
                  <a:srgbClr val="EEBBBB"/>
                </a:solidFill>
              </a:defRPr>
            </a:lvl3pPr>
            <a:lvl4pPr>
              <a:defRPr>
                <a:solidFill>
                  <a:srgbClr val="EEBBBB"/>
                </a:solidFill>
              </a:defRPr>
            </a:lvl4pPr>
            <a:lvl5pPr>
              <a:defRPr>
                <a:solidFill>
                  <a:srgbClr val="EEBBBB"/>
                </a:solidFill>
              </a:defRPr>
            </a:lvl5pPr>
          </a:lstStyle>
          <a:p>
            <a:pPr lvl="0"/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71182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–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F35BA-7FB0-9AC8-BB42-BEBEC2093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58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– Designel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jerne - Ny farge">
            <a:hlinkClick r:id="" action="ppaction://media"/>
            <a:extLst>
              <a:ext uri="{FF2B5EF4-FFF2-40B4-BE49-F238E27FC236}">
                <a16:creationId xmlns:a16="http://schemas.microsoft.com/office/drawing/2014/main" id="{3E89149A-B73A-123E-ECA5-604921DC66F3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6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6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nhold -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61800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nhold -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165669-7BA2-0155-5940-C82AAE17D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3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3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08411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nhold med bunn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646DB-01B4-915E-4A76-4EBC6C2803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456765"/>
            <a:ext cx="10389394" cy="613309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494" y="1320799"/>
            <a:ext cx="10389394" cy="4218356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6967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nhold med topp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646DB-01B4-915E-4A76-4EBC6C2803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1344788"/>
            <a:ext cx="10389394" cy="613309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7F86-0E55-54C4-1939-B93E888F7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494" y="2208822"/>
            <a:ext cx="10389394" cy="4218356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87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– Beige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165669-7BA2-0155-5940-C82AAE17D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7B531-7751-A68D-1959-F56438BB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1482292"/>
            <a:ext cx="10389394" cy="4427972"/>
          </a:xfrm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99718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 – Rosa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165669-7BA2-0155-5940-C82AAE17D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D1898CD-3883-199F-DA8F-ECE1A875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1482292"/>
            <a:ext cx="10389394" cy="4427972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rgbClr val="EEBBBB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08679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34D71A-1409-9269-3AA3-E350DF94A23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5225B-C6BE-DD9A-FE13-61D0EE15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961591"/>
            <a:ext cx="10389394" cy="6133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901E-7452-3A38-2B88-1D3E071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494" y="1825624"/>
            <a:ext cx="10389394" cy="46034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2623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79" r:id="rId2"/>
    <p:sldLayoutId id="2147483699" r:id="rId3"/>
    <p:sldLayoutId id="2147483694" r:id="rId4"/>
    <p:sldLayoutId id="2147483700" r:id="rId5"/>
    <p:sldLayoutId id="2147483695" r:id="rId6"/>
    <p:sldLayoutId id="214748369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41BE82-1AE5-2E02-D4E5-3C2CAAE481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5225B-C6BE-DD9A-FE13-61D0EE15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961591"/>
            <a:ext cx="10389394" cy="6133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901E-7452-3A38-2B88-1D3E071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494" y="1825624"/>
            <a:ext cx="10389394" cy="46034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0244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34D71A-1409-9269-3AA3-E350DF94A2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5225B-C6BE-DD9A-FE13-61D0EE15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961591"/>
            <a:ext cx="10389394" cy="6133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901E-7452-3A38-2B88-1D3E071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494" y="1825624"/>
            <a:ext cx="10389394" cy="46034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009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9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34D71A-1409-9269-3AA3-E350DF94A2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5225B-C6BE-DD9A-FE13-61D0EE15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94" y="961591"/>
            <a:ext cx="10389394" cy="6133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901E-7452-3A38-2B88-1D3E071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494" y="1825624"/>
            <a:ext cx="10389394" cy="46034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7215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9B0EE1-8449-4F11-9B0B-297CEC6D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2D5160-123D-8DDD-EE32-28468FD0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7737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CF4A-37F3-59EF-E93F-0162E701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8FBE-FB5C-9FFD-A18C-4447CB18A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295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9F94E-13AA-B518-3288-78201DE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B7A63-9286-DFC2-7E72-E02BF15EE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202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15BD87-E2BC-5CDC-0026-520674D1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1AF79A-A3E0-A077-96CA-3E575D1C6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296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88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01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38B2-4B8A-0140-9553-5E94780B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5E32-FFC1-837B-1C63-D13909AAB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40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E6AE-7264-7C99-BB7C-68FA07E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AC1D-C99E-A251-7B04-5BCA45EFD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687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59F5E8-8A3C-1236-E32C-BA9FF0EF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A3C46B-727A-CF98-FB52-A482009C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5966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FF9F4C-4CAE-F9A6-5CCF-F8C69216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AD94CC-F739-FFD8-B41D-1345B0B7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046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480F3-1A08-3F8E-FD5D-7ED6F9DD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5400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EDE1-AC0B-0693-ED66-1411D934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761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16520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ksjonsslide">
  <a:themeElements>
    <a:clrScheme name="KI Norge">
      <a:dk1>
        <a:srgbClr val="541321"/>
      </a:dk1>
      <a:lt1>
        <a:srgbClr val="F8F3EE"/>
      </a:lt1>
      <a:dk2>
        <a:srgbClr val="4D2107"/>
      </a:dk2>
      <a:lt2>
        <a:srgbClr val="F8F3EE"/>
      </a:lt2>
      <a:accent1>
        <a:srgbClr val="D87E46"/>
      </a:accent1>
      <a:accent2>
        <a:srgbClr val="A24D83"/>
      </a:accent2>
      <a:accent3>
        <a:srgbClr val="F5898D"/>
      </a:accent3>
      <a:accent4>
        <a:srgbClr val="87512F"/>
      </a:accent4>
      <a:accent5>
        <a:srgbClr val="7D6454"/>
      </a:accent5>
      <a:accent6>
        <a:srgbClr val="86567A"/>
      </a:accent6>
      <a:hlink>
        <a:srgbClr val="A24D83"/>
      </a:hlink>
      <a:folHlink>
        <a:srgbClr val="86567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vilesider">
  <a:themeElements>
    <a:clrScheme name="KI Norge">
      <a:dk1>
        <a:srgbClr val="541321"/>
      </a:dk1>
      <a:lt1>
        <a:srgbClr val="F8F3EE"/>
      </a:lt1>
      <a:dk2>
        <a:srgbClr val="4D2107"/>
      </a:dk2>
      <a:lt2>
        <a:srgbClr val="F8F3EE"/>
      </a:lt2>
      <a:accent1>
        <a:srgbClr val="D87E46"/>
      </a:accent1>
      <a:accent2>
        <a:srgbClr val="A24D83"/>
      </a:accent2>
      <a:accent3>
        <a:srgbClr val="F5898D"/>
      </a:accent3>
      <a:accent4>
        <a:srgbClr val="87512F"/>
      </a:accent4>
      <a:accent5>
        <a:srgbClr val="7D6454"/>
      </a:accent5>
      <a:accent6>
        <a:srgbClr val="86567A"/>
      </a:accent6>
      <a:hlink>
        <a:srgbClr val="A24D83"/>
      </a:hlink>
      <a:folHlink>
        <a:srgbClr val="86567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ittel og innhold - Norsk">
  <a:themeElements>
    <a:clrScheme name="KI Norge">
      <a:dk1>
        <a:srgbClr val="541321"/>
      </a:dk1>
      <a:lt1>
        <a:srgbClr val="F8F3EE"/>
      </a:lt1>
      <a:dk2>
        <a:srgbClr val="4D2107"/>
      </a:dk2>
      <a:lt2>
        <a:srgbClr val="F8F3EE"/>
      </a:lt2>
      <a:accent1>
        <a:srgbClr val="D87E46"/>
      </a:accent1>
      <a:accent2>
        <a:srgbClr val="A24D83"/>
      </a:accent2>
      <a:accent3>
        <a:srgbClr val="F5898D"/>
      </a:accent3>
      <a:accent4>
        <a:srgbClr val="87512F"/>
      </a:accent4>
      <a:accent5>
        <a:srgbClr val="7D6454"/>
      </a:accent5>
      <a:accent6>
        <a:srgbClr val="86567A"/>
      </a:accent6>
      <a:hlink>
        <a:srgbClr val="A24D83"/>
      </a:hlink>
      <a:folHlink>
        <a:srgbClr val="86567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itat">
  <a:themeElements>
    <a:clrScheme name="KI Norge">
      <a:dk1>
        <a:srgbClr val="541321"/>
      </a:dk1>
      <a:lt1>
        <a:srgbClr val="F8F3EE"/>
      </a:lt1>
      <a:dk2>
        <a:srgbClr val="4D2107"/>
      </a:dk2>
      <a:lt2>
        <a:srgbClr val="F8F3EE"/>
      </a:lt2>
      <a:accent1>
        <a:srgbClr val="D87E46"/>
      </a:accent1>
      <a:accent2>
        <a:srgbClr val="A24D83"/>
      </a:accent2>
      <a:accent3>
        <a:srgbClr val="F5898D"/>
      </a:accent3>
      <a:accent4>
        <a:srgbClr val="87512F"/>
      </a:accent4>
      <a:accent5>
        <a:srgbClr val="7D6454"/>
      </a:accent5>
      <a:accent6>
        <a:srgbClr val="86567A"/>
      </a:accent6>
      <a:hlink>
        <a:srgbClr val="A24D83"/>
      </a:hlink>
      <a:folHlink>
        <a:srgbClr val="86567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Introduksjonsslide</vt:lpstr>
      <vt:lpstr>Hvilesider</vt:lpstr>
      <vt:lpstr>Tittel og innhold - Norsk</vt:lpstr>
      <vt:lpstr>Sitat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Evensen, Marcus Alexander</dc:creator>
  <cp:lastModifiedBy>Evensen, Marcus Alexander</cp:lastModifiedBy>
  <cp:revision>16</cp:revision>
  <dcterms:created xsi:type="dcterms:W3CDTF">2026-05-28T12:22:14Z</dcterms:created>
  <dcterms:modified xsi:type="dcterms:W3CDTF">2026-06-10T15:54:44Z</dcterms:modified>
</cp:coreProperties>
</file>